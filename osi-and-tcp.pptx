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F9289-618A-56B6-C009-7C30A1F58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58C965-7E9B-AC98-2E40-EEA24527B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25D167-2727-AC24-7368-22C4C12F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BE2AD0-AE17-5A57-93D9-9CD9C5E4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D9D675-2686-2F51-66C9-2FCDE95D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91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4EE76-09DF-EC8D-8497-0BF7CB33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B81D1-CEBC-D93E-4004-FE6DF3DCF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E32753-40B6-E0D5-F57D-8513424F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396F4-5914-E7FD-7BD2-747E353B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10B9C-2E1A-8B9C-9D29-6E554F5D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2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BCAC3-6F90-B064-A691-53D1C543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73A30-9470-05F8-E6FB-204CDE1AF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03169-A4BE-BC97-3E3B-DD78956D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7B1DA3-E867-0DB3-1C13-2D953454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D44BFC-DFD8-CCBE-502F-544A8EF7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79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3253F-6D1F-B4BC-B39F-506DD23B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E7C922-94F0-D304-A8AE-FFA234D9E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6E8212-1881-97AF-915F-740826806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6125E-D620-0B7C-285E-0178F98C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6BBA43-5CEF-DAA8-CB1D-163EA4C3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10C943-2EA8-A311-A753-154C450B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62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79B4C-DBA0-2FDF-D2B6-E75DE3B9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4B872B-427C-6FBF-E426-3B5B6141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F8281C-DCFA-2B75-A781-A4574FEA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9B5AC-9D8A-B581-7FBF-9EEFB3AC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547044-9599-8056-46A4-73DF4DF2B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64D53A-CD76-3244-8918-A46C074F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F1FE7D-2EBB-2AC4-3B96-699B879A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BB8F2E-D760-E10C-4D89-261453BC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26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215F2-6FAA-839E-8437-CD206CBC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A70006-9DB3-A884-A57C-94002F92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EE5C28-E615-2A04-7F7B-86B9FFA6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8E5473-7A48-AE50-9F51-B2872FED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6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EF0906-DA72-C628-53FF-27E7CF65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9AEDF0-8DCA-2015-5DCB-BA1961E9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79CAE-DF9A-9AAC-88DE-87DE3701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15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C426A-5DCF-0EE4-1B38-C38B4B0F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0A0EB4-3569-9787-54AC-B2921BA64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237DA8-8EEE-FF21-A600-1B75A2CE0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4B36B3-91B0-183E-CBE2-5771E9F5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0D29A8-FE25-BC0B-D141-433A2684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330D5F-C13C-A07B-EC12-07358418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26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3026F-6009-3565-BED1-D7C727D1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63F3F4-8FFA-EE33-F3AA-94A4C74BB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FF8449-9734-CB24-C0E1-4F131D0C3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145E5-0A4B-3FE8-481D-01437978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C9CB6C-588F-5196-8D8E-6087EC8C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300503-5796-78B9-14CB-CA34545F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89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78333-6956-927B-8846-EB27AF0B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04E3B6-D659-6FE6-C4B9-0F33FA6E1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3A08E-B72C-0AB4-8B2B-CF499288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DB97C-E72B-BB26-0C01-A29853C8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5984B9-FEB7-F0DF-797E-FB50284A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02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F458F5-1567-1DFB-71BD-DF19AE02E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6F3DD4-0B23-585D-99ED-373F7B44C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1B4217-BBD7-F9DE-A39A-82E93F5E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29F0DA-2185-7F20-0751-F1E925F7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DD2A9-71FF-77B7-C9BA-A30A1273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64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C6848B-04CA-0885-B639-5669FC85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F31CAB-579B-8A6D-8EA6-C0F1149B5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DA35C-CFD6-ECAC-984E-4E300ABA9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7C666-C1DC-4C78-8AAF-89F60316DECC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9CD32-1940-0A44-08F2-29ED113AC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C285F9-1443-206E-B84B-34D46433E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CD0C9-0023-4758-A4AD-E277B520C7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63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531193-9DE3-DE12-4264-CC3D3BA60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42267"/>
              </p:ext>
            </p:extLst>
          </p:nvPr>
        </p:nvGraphicFramePr>
        <p:xfrm>
          <a:off x="0" y="0"/>
          <a:ext cx="12192000" cy="694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83100297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845402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8563002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6705499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771721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OSI model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Layer Number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TCP/IP Layer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Other Protocol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37188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Alligator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L7(Firewall)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HTTP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 err="1"/>
                        <a:t>HTTPS,FTP,Telnet,SSH,DNS</a:t>
                      </a:r>
                      <a:r>
                        <a:rPr lang="en-US" altLang="ko-KR" sz="2800" dirty="0"/>
                        <a:t>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0575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86423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Steve’s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80012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Touch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L4(NAT)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TCP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UDP,ICMP(?),..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79758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Not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L3(Router)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IP6,ARP(?),..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9501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Do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L2(Switch)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Ethernet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PPP,HDLC,..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48178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Please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948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818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67</Words>
  <Application>Microsoft Office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동훈 김</dc:creator>
  <cp:lastModifiedBy>동훈 김</cp:lastModifiedBy>
  <cp:revision>5</cp:revision>
  <dcterms:created xsi:type="dcterms:W3CDTF">2026-03-18T07:42:58Z</dcterms:created>
  <dcterms:modified xsi:type="dcterms:W3CDTF">2026-03-19T00:40:29Z</dcterms:modified>
</cp:coreProperties>
</file>